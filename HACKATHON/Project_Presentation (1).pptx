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" id="{e7835ea3-8eab-a2e3-bc01-8b064caf6691}">
          <p14:sldIdLst>
            <p14:sldId id="256"/>
          </p14:sldIdLst>
        </p14:section>
        <p14:section name="Design" id="{0f65950f-52b2-e040-81ea-1372f8c89cc6}">
          <p14:sldIdLst>
            <p14:sldId id="257"/>
          </p14:sldIdLst>
        </p14:section>
        <p14:section name="Implementation" id="{9805cd36-c945-6e96-7721-5a03666354a7}">
          <p14:sldIdLst>
            <p14:sldId id="258"/>
          </p14:sldIdLst>
        </p14:section>
        <p14:section name="Technologies" id="{42567542-79aa-a039-26fa-e1d97aa18ed5}">
          <p14:sldIdLst>
            <p14:sldId id="259"/>
          </p14:sldIdLst>
        </p14:section>
        <p14:section name="Testing" id="{0fc3e1fb-1b4d-6e89-9121-e564e6dd0198}">
          <p14:sldIdLst>
            <p14:sldId id="260"/>
          </p14:sldIdLst>
        </p14:section>
        <p14:section name="Results" id="{04a643b6-5dd7-060a-aa11-1841b994ab57}">
          <p14:sldIdLst>
            <p14:sldId id="261"/>
          </p14:sldIdLst>
        </p14:section>
        <p14:section name="Impact" id="{2493d126-dd64-8e46-722d-79588314ef1a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Problem Statement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Linux Signal-Based Process Controller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Controlling running processes means typing separate kill commands and looking up PIDs by hand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Restarting a process needs its original command, which is easy to forget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Goal: one utility to pause, resume, terminate and restart processes using Linux signals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Scope: user-level processes on Linux, controlled by PID or process name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System Design</a:t>
            </a:r>
            <a:endParaRPr lang="en-US" dirty="0"/>
          </a:p>
        </p:txBody>
      </p:sp>
      <p:sp>
        <p:nvSpPr>
          <p:cNvPr id="3" name="Card CLI Input"/>
          <p:cNvSpPr/>
          <p:nvPr/>
        </p:nvSpPr>
        <p:spPr>
          <a:xfrm>
            <a:off x="548640" y="1463040"/>
            <a:ext cx="1828800" cy="201168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ccent CLI Input"/>
          <p:cNvSpPr/>
          <p:nvPr/>
        </p:nvSpPr>
        <p:spPr>
          <a:xfrm>
            <a:off x="548640" y="1572768"/>
            <a:ext cx="64008" cy="179222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72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 Input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1463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Action + PID or process name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359152" y="22402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8" name="Card Process Lookup"/>
          <p:cNvSpPr/>
          <p:nvPr/>
        </p:nvSpPr>
        <p:spPr>
          <a:xfrm>
            <a:off x="2606040" y="1463040"/>
            <a:ext cx="1828800" cy="201168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Accent Process Lookup"/>
          <p:cNvSpPr/>
          <p:nvPr/>
        </p:nvSpPr>
        <p:spPr>
          <a:xfrm>
            <a:off x="2606040" y="1572768"/>
            <a:ext cx="64008" cy="179222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34640" y="1572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Process Lookup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1965960"/>
            <a:ext cx="1463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Validate target using /proc and kill(pid, 0)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16552" y="22402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3" name="Card Signal Dispatcher"/>
          <p:cNvSpPr/>
          <p:nvPr/>
        </p:nvSpPr>
        <p:spPr>
          <a:xfrm>
            <a:off x="4663440" y="1463040"/>
            <a:ext cx="1828800" cy="201168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Accent Signal Dispatcher"/>
          <p:cNvSpPr/>
          <p:nvPr/>
        </p:nvSpPr>
        <p:spPr>
          <a:xfrm>
            <a:off x="4663440" y="1572768"/>
            <a:ext cx="64008" cy="179222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1572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Signal Dispatcher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1965960"/>
            <a:ext cx="1463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SIGSTOP, SIGCONT, SIGTERM, SIGKILL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22402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8" name="Card Status Output"/>
          <p:cNvSpPr/>
          <p:nvPr/>
        </p:nvSpPr>
        <p:spPr>
          <a:xfrm>
            <a:off x="6720840" y="1463040"/>
            <a:ext cx="1828800" cy="201168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Accent Status Output"/>
          <p:cNvSpPr/>
          <p:nvPr/>
        </p:nvSpPr>
        <p:spPr>
          <a:xfrm>
            <a:off x="6720840" y="1572768"/>
            <a:ext cx="64008" cy="179222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1572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Status Output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1965960"/>
            <a:ext cx="1463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Confirm result and report errors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Restart path: save the command line from /proc, send SIGTERM, wait for exit, then relaunch with fork() and exec().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Implementation Approach</a:t>
            </a:r>
            <a:endParaRPr lang="en-US" dirty="0"/>
          </a:p>
        </p:txBody>
      </p:sp>
      <p:sp>
        <p:nvSpPr>
          <p:cNvPr id="3" name="Card 1  Parse Command"/>
          <p:cNvSpPr/>
          <p:nvPr/>
        </p:nvSpPr>
        <p:spPr>
          <a:xfrm>
            <a:off x="548640" y="1280160"/>
            <a:ext cx="39319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ccent 1  Parse Command"/>
          <p:cNvSpPr/>
          <p:nvPr/>
        </p:nvSpPr>
        <p:spPr>
          <a:xfrm>
            <a:off x="548640" y="1389888"/>
            <a:ext cx="64008" cy="12893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  Parse Command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830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Read the action and target from arguments</a:t>
            </a:r>
            <a:endParaRPr lang="en-US" sz="1300" dirty="0"/>
          </a:p>
        </p:txBody>
      </p:sp>
      <p:sp>
        <p:nvSpPr>
          <p:cNvPr id="7" name="Card 2  Validate Target"/>
          <p:cNvSpPr/>
          <p:nvPr/>
        </p:nvSpPr>
        <p:spPr>
          <a:xfrm>
            <a:off x="4663440" y="1280160"/>
            <a:ext cx="39319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ccent 2  Validate Target"/>
          <p:cNvSpPr/>
          <p:nvPr/>
        </p:nvSpPr>
        <p:spPr>
          <a:xfrm>
            <a:off x="4663440" y="1389888"/>
            <a:ext cx="64008" cy="128930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  Validate Target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7830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Check the process exists and permissions allow control</a:t>
            </a:r>
            <a:endParaRPr lang="en-US" sz="1300" dirty="0"/>
          </a:p>
        </p:txBody>
      </p:sp>
      <p:sp>
        <p:nvSpPr>
          <p:cNvPr id="11" name="Card 3  Send Signal"/>
          <p:cNvSpPr/>
          <p:nvPr/>
        </p:nvSpPr>
        <p:spPr>
          <a:xfrm>
            <a:off x="548640" y="2971800"/>
            <a:ext cx="39319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Accent 3  Send Signal"/>
          <p:cNvSpPr/>
          <p:nvPr/>
        </p:nvSpPr>
        <p:spPr>
          <a:xfrm>
            <a:off x="548640" y="3081528"/>
            <a:ext cx="64008" cy="128930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0815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  Send Signal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474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Pause = SIGSTOP, resume = SIGCONT, terminate = SIGTERM with SIGKILL fallback</a:t>
            </a:r>
            <a:endParaRPr lang="en-US" sz="1300" dirty="0"/>
          </a:p>
        </p:txBody>
      </p:sp>
      <p:sp>
        <p:nvSpPr>
          <p:cNvPr id="15" name="Card 4  Restart"/>
          <p:cNvSpPr/>
          <p:nvPr/>
        </p:nvSpPr>
        <p:spPr>
          <a:xfrm>
            <a:off x="4663440" y="2971800"/>
            <a:ext cx="39319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Accent 4  Restart"/>
          <p:cNvSpPr/>
          <p:nvPr/>
        </p:nvSpPr>
        <p:spPr>
          <a:xfrm>
            <a:off x="4663440" y="3081528"/>
            <a:ext cx="64008" cy="128930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30815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  Restart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474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Capture command line, terminate, wait, relaunch as a new process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Technologies Used</a:t>
            </a:r>
            <a:endParaRPr lang="en-US" dirty="0"/>
          </a:p>
        </p:txBody>
      </p:sp>
      <p:sp>
        <p:nvSpPr>
          <p:cNvPr id="3" name="Card Language"/>
          <p:cNvSpPr/>
          <p:nvPr/>
        </p:nvSpPr>
        <p:spPr>
          <a:xfrm>
            <a:off x="548640" y="1280160"/>
            <a:ext cx="39319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ccent Language"/>
          <p:cNvSpPr/>
          <p:nvPr/>
        </p:nvSpPr>
        <p:spPr>
          <a:xfrm>
            <a:off x="548640" y="1389888"/>
            <a:ext cx="64008" cy="12893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Language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830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 (or Python) on Linux</a:t>
            </a:r>
            <a:endParaRPr lang="en-US" sz="1300" dirty="0"/>
          </a:p>
        </p:txBody>
      </p:sp>
      <p:sp>
        <p:nvSpPr>
          <p:cNvPr id="7" name="Card System Calls"/>
          <p:cNvSpPr/>
          <p:nvPr/>
        </p:nvSpPr>
        <p:spPr>
          <a:xfrm>
            <a:off x="4663440" y="1280160"/>
            <a:ext cx="39319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ccent System Calls"/>
          <p:cNvSpPr/>
          <p:nvPr/>
        </p:nvSpPr>
        <p:spPr>
          <a:xfrm>
            <a:off x="4663440" y="1389888"/>
            <a:ext cx="64008" cy="128930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System Calls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7830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kill(), fork(), exec(), waitpid(), signal()</a:t>
            </a:r>
            <a:endParaRPr lang="en-US" sz="1300" dirty="0"/>
          </a:p>
        </p:txBody>
      </p:sp>
      <p:sp>
        <p:nvSpPr>
          <p:cNvPr id="11" name="Card Linux Features"/>
          <p:cNvSpPr/>
          <p:nvPr/>
        </p:nvSpPr>
        <p:spPr>
          <a:xfrm>
            <a:off x="548640" y="2971800"/>
            <a:ext cx="39319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Accent Linux Features"/>
          <p:cNvSpPr/>
          <p:nvPr/>
        </p:nvSpPr>
        <p:spPr>
          <a:xfrm>
            <a:off x="548640" y="3081528"/>
            <a:ext cx="64008" cy="128930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0815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Linux Features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474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/proc filesystem, process states, signals</a:t>
            </a:r>
            <a:endParaRPr lang="en-US" sz="1300" dirty="0"/>
          </a:p>
        </p:txBody>
      </p:sp>
      <p:sp>
        <p:nvSpPr>
          <p:cNvPr id="15" name="Card Tools"/>
          <p:cNvSpPr/>
          <p:nvPr/>
        </p:nvSpPr>
        <p:spPr>
          <a:xfrm>
            <a:off x="4663440" y="2971800"/>
            <a:ext cx="39319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Accent Tools"/>
          <p:cNvSpPr/>
          <p:nvPr/>
        </p:nvSpPr>
        <p:spPr>
          <a:xfrm>
            <a:off x="4663440" y="3081528"/>
            <a:ext cx="64008" cy="128930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30815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Tools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474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GCC, Bash, Git, ps and top for verification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Testing</a:t>
            </a:r>
            <a:endParaRPr lang="en-US" dirty="0"/>
          </a:p>
        </p:txBody>
      </p:sp>
      <p:sp>
        <p:nvSpPr>
          <p:cNvPr id="3" name="Card Functional Tests"/>
          <p:cNvSpPr/>
          <p:nvPr/>
        </p:nvSpPr>
        <p:spPr>
          <a:xfrm>
            <a:off x="548640" y="146304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ccent Functional Tests"/>
          <p:cNvSpPr/>
          <p:nvPr/>
        </p:nvSpPr>
        <p:spPr>
          <a:xfrm>
            <a:off x="548640" y="1572768"/>
            <a:ext cx="64008" cy="21579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72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Functional Tests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Run each action on a dummy long-running process such as sleep</a:t>
            </a:r>
            <a:endParaRPr lang="en-US" sz="1300" dirty="0"/>
          </a:p>
        </p:txBody>
      </p:sp>
      <p:sp>
        <p:nvSpPr>
          <p:cNvPr id="7" name="Card Edge Cases"/>
          <p:cNvSpPr/>
          <p:nvPr/>
        </p:nvSpPr>
        <p:spPr>
          <a:xfrm>
            <a:off x="3291840" y="146304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ccent Edge Cases"/>
          <p:cNvSpPr/>
          <p:nvPr/>
        </p:nvSpPr>
        <p:spPr>
          <a:xfrm>
            <a:off x="3291840" y="1572768"/>
            <a:ext cx="64008" cy="215798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572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Edge Cases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96596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Invalid PID, no permission, already paused or already exited</a:t>
            </a:r>
            <a:endParaRPr lang="en-US" sz="1300" dirty="0"/>
          </a:p>
        </p:txBody>
      </p:sp>
      <p:sp>
        <p:nvSpPr>
          <p:cNvPr id="11" name="Card Verification"/>
          <p:cNvSpPr/>
          <p:nvPr/>
        </p:nvSpPr>
        <p:spPr>
          <a:xfrm>
            <a:off x="6035040" y="146304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Accent Verification"/>
          <p:cNvSpPr/>
          <p:nvPr/>
        </p:nvSpPr>
        <p:spPr>
          <a:xfrm>
            <a:off x="6035040" y="1572768"/>
            <a:ext cx="64008" cy="215798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572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Verification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96596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Confirm process state using ps (R, T or gone) and the new PID after restart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Results</a:t>
            </a:r>
            <a:endParaRPr lang="en-US" dirty="0"/>
          </a:p>
        </p:txBody>
      </p:sp>
      <p:sp>
        <p:nvSpPr>
          <p:cNvPr id="3" name="Stat 0"/>
          <p:cNvSpPr/>
          <p:nvPr/>
        </p:nvSpPr>
        <p:spPr>
          <a:xfrm>
            <a:off x="548640" y="1463040"/>
            <a:ext cx="25603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830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SIGSTOP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43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Pause: process state changes to T</a:t>
            </a:r>
            <a:endParaRPr lang="en-US" sz="1500" dirty="0"/>
          </a:p>
        </p:txBody>
      </p:sp>
      <p:sp>
        <p:nvSpPr>
          <p:cNvPr id="6" name="Stat 1"/>
          <p:cNvSpPr/>
          <p:nvPr/>
        </p:nvSpPr>
        <p:spPr>
          <a:xfrm>
            <a:off x="3291840" y="1463040"/>
            <a:ext cx="25603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7830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SIGCONT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743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Resume: process continues where it stopped</a:t>
            </a:r>
            <a:endParaRPr lang="en-US" sz="1500" dirty="0"/>
          </a:p>
        </p:txBody>
      </p:sp>
      <p:sp>
        <p:nvSpPr>
          <p:cNvPr id="9" name="Stat 2"/>
          <p:cNvSpPr/>
          <p:nvPr/>
        </p:nvSpPr>
        <p:spPr>
          <a:xfrm>
            <a:off x="6035040" y="1463040"/>
            <a:ext cx="25603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7830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SIGTERM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743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Terminate and restart: clean exit, new PID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Add your terminal screenshots and observed outputs here to back up each result.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Impact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Replaces several manual commands with one simple, consistent tool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Useful for administrators and developers managing long-running or runaway processes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Shows practical use of signals, process states and system calls in Linux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Future scope: scheduling, logging, auto-restart on crash and a monitoring dashboard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Deck">
  <a:themeElements>
    <a:clrScheme name="ProjectDeck">
      <a:dk1>
        <a:srgbClr val="1B2A41"/>
      </a:dk1>
      <a:lt1>
        <a:srgbClr val="FFFFFF"/>
      </a:lt1>
      <a:dk2>
        <a:srgbClr val="324A5F"/>
      </a:dk2>
      <a:lt2>
        <a:srgbClr val="EEF2F7"/>
      </a:lt2>
      <a:accent1>
        <a:srgbClr val="0B6E99"/>
      </a:accent1>
      <a:accent2>
        <a:srgbClr val="F2A541"/>
      </a:accent2>
      <a:accent3>
        <a:srgbClr val="2E9E6B"/>
      </a:accent3>
      <a:accent4>
        <a:srgbClr val="D1495B"/>
      </a:accent4>
      <a:accent5>
        <a:srgbClr val="6C5B7B"/>
      </a:accent5>
      <a:accent6>
        <a:srgbClr val="5C6B7A"/>
      </a:accent6>
      <a:hlink>
        <a:srgbClr val="0B6E99"/>
      </a:hlink>
      <a:folHlink>
        <a:srgbClr val="6C5B7B"/>
      </a:folHlink>
    </a:clrScheme>
    <a:fontScheme name="ProjectDec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2026-10-17T05:00:46Z</dcterms:created>
  <dcterms:modified xsi:type="dcterms:W3CDTF">2026-10-17T05:00:46Z</dcterms:modified>
</cp:coreProperties>
</file>